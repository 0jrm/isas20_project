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served configurations share PatchConvMLP in point mode. They differ in input width and in the map from μ to T(z), S(z).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 name is historical. DA cells set patch_shape=None, so sat_proj is Linear(n_sat, 128) and self.conv is None. Conv2d is only built for the unused conv3 / patch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encoding is six Fourier features of doy, latitude, and longitude. HeaveFast and ops insert ONI and RONI after those six. ops places local SSS/SST/SSH in the encoder half (n_enc=11).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returns concat(μ, σ). softplus plus 1e-3 enforces σ&gt;0. The analysis uses only μ. Observation error is not this 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A_CRPS inverts a 16-component PCA for temperature and a 16-component PCA for salinity on the native 1 m grid, z=0…1800 m. Pair the checkpoint with cache 3adcff404b0b.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uses the closed-form Gaussian CRPS, independently per output. Predicted cross-level covariances are not used. Ingest R is diagonal Dai σ_o after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Heave predicts MLD and D26 as exponentials of unconstrained logits. Physical knots (0, MLD, D26, 1800 m) map piecewise-linearly onto (0, 50, 120, 1800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Climatology is the basin nanmean of cache profiles. Residual PCA is fit on train-split warped residuals, not the native-z cache PCA. Unwarp returns profiles to physical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 loss is dimensionless MSE on MLD/50 and D26/120. CRPS is applied to MLD, D26, and 32 residual scores (34 scalars). Stretch is unused. A weak T_z penalty acts on 50–200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 appends 19 cube operators: gradients of SST, SSS, SSH at native and 1° scales, SSH Laplacian, 7-day tendencies, and geostrophic velocities. Sample from gom_cube.zarr at request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decode writes T(z), S(z) from μ. Do not write CRPS σ into R. H is applied by TSIS on cycle layer thickness. Do not apply HYCOM layer_sample in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A_CRPS adds PCA modes at fixed depth. Heave first registers two landmarks, adds residual shape on the aligned grid, then inverts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1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v2 models for data assimilation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Shared encoder. Distinct decode.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2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PatchConvMLP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patch_shape is None. Satellite encoding is Linear. Conv2d is unused.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3_in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Input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Harmonics, optional ENSO, then satellite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4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Heteroscedastic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Only μ is assimilated.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5_acr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A_CRPS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Native 1 m grid. 16 T and 16 S principal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6_cr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CRPS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Independent Gaussian scores. No predicted covariance.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7_wa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Heave warp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Piecewise-linear map of MLD and D26 onto a canonical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8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Heave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Warp climatology, add residual PCA, invert the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9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Heave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Geometry, CRPS, and a weak 50–200 m Tz term.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0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ops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Nineteen operators sampled from the regional cube.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1_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Assimilation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Profiles from μ. Diagonal R from Dai σ_o after 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630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Two reconstructors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854"/>
                </a:solidFill>
                <a:latin typeface="Calibri"/>
              </a:rPr>
              <a:t>A_CRPS is additive in z. Heave is additive after a vertical 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105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5854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